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GuardianEye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Multimodal Late Fusion of Image and Audio Poaching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7A5F"/>
                </a:solidFill>
                <a:latin typeface="Calibri"/>
              </a:rPr>
              <a:t>Multimodal AI (MAI)  ·  Group 27  ·  Academic Year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Guide: Dr. Nivedita Mishra, Assistant Professor, AIML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Head of the Department: Dr. Sumit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Akhil Chivakula — 23070126009
Dipti Kothari — 23070126040
Khurinji Malar — 23070126059
Sukhada Dhingra — 24070126505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Symbiosis Institute of Technology  ·  B.Tech AIML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Why multimodal AI for wildlife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Patrol evidence arrives as RGB stills, aerial thermal frames, and short audio clips.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Streams are rarely time-aligned; a single sensor reading is incomplete.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No labelled poacher class in the configured collections.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One detection is an indicator, not proof of poaching.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Video is sampled into frames and follows the image branch — not a third modality.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Late fusion combines unimodal scores at decision time, not in a joint encoder.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Multimodal AI (MAI) | Group 27 | SIT AIML | AY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Completed multimodal work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Train separate visual detectors for aerial_thermal and camera_trap_rgb (YOLOv8).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Classify gunshot vs background on log-mel windows with a convolutional network.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Evaluate audio under Belize↔Vietnam transfer and in-domain controls.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Fuse modalities with rules, time windows, and missing-modality degradation.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Build synthetic proxy pairs when field-aligned pairs do not exist.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Serve a multimodal API and Gradio dashboard with an honest audit log.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Multimodal AI (MAI) | Group 27 | SIT AIML | AY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Multimodal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Two unimodal branches + late fusion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42062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502920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Image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YOLOv8 per domain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human / vehicle / animal / empty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Empty frames retained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474720" cy="42062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502920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Audio 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16 kHz · 3 s windows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64-bin log-mel CNN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Class-weighted loss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474720" cy="42062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474720" cy="502920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44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Late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Rules mode (primary)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5 s coincidence window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HIGH / MEDIUM / 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Multimodal AI (MAI) | Group 27 | SIT AIML | AY 2026–2027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Visual Modality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Domain-separated object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Independent YOLOv8 runs for aerial_thermal and camera_trap_rgb.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Thermal uses channel replicate into three identical channels for an RGB backbone.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Rare classes oversampled; empty negatives kept.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Visual indicators for fusion: human and vehicle only.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47472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6705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Human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Vehicle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Animal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Empty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aerial_thermal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camera_trap_rgb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Multimodal AI (MAI) | Group 27 | SIT AIML | AY 2026–2027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Audio Modality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Site-stratified acoustic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Log-mel CNN classifies gunshot vs background.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Background and distractor impulses retained.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Cross-site experiments measure geographic transfer into fusion.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2918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Site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Gunshot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Background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Belize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Vietnam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Multimodal AI (MAI) | Group 27 | SIT AIML | AY 2026–2027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Cross-Site Audio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Transfer both ways + in-domain controls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Experiment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belize_to_vietnam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vietnam_to_belize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in_domain_belize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in_domain_vietnam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Validation stays on the training site. Cross-site tests use the other geography entirely. Fusion inherits whatever site shift the audio encoder exhibits.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Multimodal AI (MAI) | Group 27 | SIT AIML | AY 2026–2027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Late Fusion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configs/fusion.yaml · rules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HIGH — human/vehicle and gunshot, both ≥ 0.50, inside a 5 s window → default alert.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MEDIUM — exactly one strong indicator, or both outside the window.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LOW — neither indicator.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Missing modality: unimodal thresholds 0.85; level cannot be HIGH.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Weight profiles (balanced / night / wind) available for weighted scoring.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Animal detections are logged and excluded from poaching indicators.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Multimodal AI (MAI) | Group 27 | SIT AIML | AY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Synthetic Proxy Multimodal 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Not field-aligned incidents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16 constructed pairs.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Protocol tag: synthetic_proxy on every row.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Eight scenarios × two visual domains.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Used to compare image-only, audio-only, and fused decisions.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Explicitly labelled as a proxy protocol in reports.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37160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Expected level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Pairs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Multimodal AI (MAI) | Group 27 | SIT AIML | AY 2026–2027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Multimodal Serving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FastAPI + Gradio + SQLite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API on port 8742; dashboard at /dashboard accepts image and audio together.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GET /health — process liveness.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GET /model-info — per-branch checkpoint honesty (loaded vs none).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Every decision logged to data/events.sqlite, including non-alerts.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Banner: proof-of-concept. Indicators, not confirmed poaching.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Current tree: no checkpoints in models/; evidence marked unreliable.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Multimodal AI (MAI) | Group 27 | SIT AIML | AY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Multimodal Corpus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Metadata counts only — not detection scores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1435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Image records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Empty images retained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Audio windows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Background clips retained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Audio split assignment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Synthetic proxy pairs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Checkpoints in models/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Multimodal AI (MAI) | Group 27 | SIT AIML | AY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Multimodal AI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GuardianEye implements late multimodal fusion of vision and audio indicators.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Unimodal branches stay specialised; fusion is rules-based and time-aware.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Site stratification and empty/background retention keep evaluation honest.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Synthetic proxy pairs stand in where field-aligned multimodal data do not exist.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Serving exposes multimodal uploads with explicit reliability reporting.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No fabricated mAP, F1, precision, or recall — metrics require checkpoints.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Multimodal AI (MAI) | Group 27 | SIT AIML | AY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D7A5F"/>
                </a:solidFill>
                <a:latin typeface="Calibri"/>
              </a:rPr>
              <a:t>Questions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Akhil Chivakula — 23070126009
Dipti Kothari — 23070126040
Khurinji Malar — 23070126059
Sukhada Dhingra — 24070126505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Guide: Dr. Nivedita Mishra  ·  Head of the Department: Dr. Sumit Kumar
Multimodal AI (MAI)  ·  Group 27  ·  SIT AIML  ·  AY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